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ScamShield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Rule-Based Detection of Suspicious Messages and URLs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Theme: Digital Safety &amp; Cyber Fraud Awareness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Student prototype | Team details to be added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ScamShield | Draft submission deck | 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F3145"/>
                </a:solidFill>
              </a:defRPr>
            </a:pPr>
            <a:r>
              <a:t>Fraud messages can use urgency, fake rewards, impersonation, and requests for sensitive credentials.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People may not recognise warning signs before clicking a link or replying.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A simple, explainable first-check tool can support awareness—but cannot guarantee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ScamShield | Draft submission deck | 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A lightweight browser-based tool for pasted messages and URLs.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Checks a limited set of suspicious phrases and URL patterns.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Shows a concern category, matched explanations, and practical safety advice.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Uses transparent rules and does not send pasted text to an external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ScamShield | Draft submission deck | 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1. Open the ScamShield web page.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2. Paste suspicious text or a URL (never private credentials).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3. Select “Check warning signs”.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4. Read the matched indicators and safety advice.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5. Verify the sender through an independently found official channel.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ScamShield | Draft submission deck | 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Technology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Python + Flask application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HTML and CSS user interface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Regular-expression phrase checks and URL parsing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Flow: Browser form → Flask route → Rule analyser → Result page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No paid application programming interface is required for the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ScamShield | Draft submission deck | 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Evaluation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Test categories: urgency, reward lure, credential request, URL pattern, benign text.</a:t>
            </a:r>
          </a:p>
          <a:p>
            <a:pPr>
              <a:spcAft>
                <a:spcPts val="1800"/>
              </a:spcAft>
              <a:defRPr sz="1900">
                <a:solidFill>
                  <a:srgbClr val="1F3145"/>
                </a:solidFill>
              </a:defRPr>
            </a:pPr>
            <a:r>
              <a:t>Key performance indicators: automated test pass rate, warning-category coverage, user awareness feedback, local response time.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Metrics must be measured during testing; no user impact or accuracy claims are assumed.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Potential impact: encourage users to pause and verify before 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ScamShield | Draft submission deck | 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Rules can miss scams and flag legitimate messages; results are not probabilities.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A low-concern result does not mean the message or URL is safe.</a:t>
            </a:r>
          </a:p>
          <a:p>
            <a:pPr>
              <a:spcAft>
                <a:spcPts val="1800"/>
              </a:spcAft>
              <a:defRPr sz="1900">
                <a:solidFill>
                  <a:srgbClr val="1F3145"/>
                </a:solidFill>
              </a:defRPr>
            </a:pPr>
            <a:r>
              <a:t>Next: Tamil-language support, accessibility review, broader test set, privacy-aware threat-intelligence integration.</a:t>
            </a:r>
          </a:p>
          <a:p>
            <a:pPr>
              <a:spcAft>
                <a:spcPts val="1800"/>
              </a:spcAft>
              <a:defRPr sz="2200">
                <a:solidFill>
                  <a:srgbClr val="1F3145"/>
                </a:solidFill>
              </a:defRPr>
            </a:pPr>
            <a:r>
              <a:t>Repository: add your public GitHub/GitLab URL after publishing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ScamShield | Draft submission deck | 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